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Lens" id="{1360DF12-2DB6-031E-FE71-BF1223A5952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18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ns ring"/>
          <p:cNvSpPr/>
          <p:nvPr/>
        </p:nvSpPr>
        <p:spPr>
          <a:xfrm>
            <a:off x="6583680" y="731520"/>
            <a:ext cx="3291840" cy="3291840"/>
          </a:xfrm>
          <a:prstGeom prst="ellipse">
            <a:avLst/>
          </a:prstGeom>
          <a:ln w="1016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ReviewLens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LLM-Powered Customer Review Analyzer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Soumil Ahuja  |  23FE10CDS00529  |  Data Science  |  Section G  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github.com/soumilahuja/MUJ-DS-23FE10CDS00529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Reviews are valuable, but nobody can read thousands of them</a:t>
            </a:r>
            <a:endParaRPr lang="en-US" sz="2600" dirty="0"/>
          </a:p>
        </p:txBody>
      </p:sp>
      <p:sp>
        <p:nvSpPr>
          <p:cNvPr id="3" name="Card The problem"/>
          <p:cNvSpPr/>
          <p:nvPr/>
        </p:nvSpPr>
        <p:spPr>
          <a:xfrm>
            <a:off x="45720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Businesses collect hundreds of customer reviews. Reading them by hand is slow, inconsistent, and urgent complaints get buried.</a:t>
            </a:r>
            <a:endParaRPr lang="en-US" sz="1400" dirty="0"/>
          </a:p>
        </p:txBody>
      </p:sp>
      <p:sp>
        <p:nvSpPr>
          <p:cNvPr id="6" name="Card The solution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ReviewLens sends each review to an LLM through an API and gets back structured, machine-readable analysis in seconds.</a:t>
            </a:r>
            <a:endParaRPr lang="en-US" sz="1400" dirty="0"/>
          </a:p>
        </p:txBody>
      </p:sp>
      <p:sp>
        <p:nvSpPr>
          <p:cNvPr id="9" name="Card The output"/>
          <p:cNvSpPr/>
          <p:nvPr/>
        </p:nvSpPr>
        <p:spPr>
          <a:xfrm>
            <a:off x="612648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Sentiment, rating, emotion, aspects, key issue, urgency, a suggested reply, plus an executive summary for a manager.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the LLM is used</a:t>
            </a:r>
            <a:endParaRPr lang="en-US" sz="2600" dirty="0"/>
          </a:p>
        </p:txBody>
      </p:sp>
      <p:sp>
        <p:nvSpPr>
          <p:cNvPr id="3" name="Step Analyze"/>
          <p:cNvSpPr/>
          <p:nvPr/>
        </p:nvSpPr>
        <p:spPr>
          <a:xfrm>
            <a:off x="457200" y="1188720"/>
            <a:ext cx="1920240" cy="246888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Each review goes to Gemini with a few-shot prompt that demands a strict JSON schema.</a:t>
            </a:r>
            <a:endParaRPr lang="en-US" sz="1200" dirty="0"/>
          </a:p>
        </p:txBody>
      </p:sp>
      <p:sp>
        <p:nvSpPr>
          <p:cNvPr id="8" name="Step Validate"/>
          <p:cNvSpPr/>
          <p:nvPr/>
        </p:nvSpPr>
        <p:spPr>
          <a:xfrm>
            <a:off x="2560320" y="1188720"/>
            <a:ext cx="1920240" cy="246888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Output is parsed and checked. If the JSON is broken, the LLM is re-asked with a repair prompt.</a:t>
            </a:r>
            <a:endParaRPr lang="en-US" sz="1200" dirty="0"/>
          </a:p>
        </p:txBody>
      </p:sp>
      <p:sp>
        <p:nvSpPr>
          <p:cNvPr id="13" name="Step Aggregate"/>
          <p:cNvSpPr/>
          <p:nvPr/>
        </p:nvSpPr>
        <p:spPr>
          <a:xfrm>
            <a:off x="4663440" y="1188720"/>
            <a:ext cx="1920240" cy="246888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Counts, average rating, top negative aspects and high-urgency reviews are computed.</a:t>
            </a:r>
            <a:endParaRPr lang="en-US" sz="1200" dirty="0"/>
          </a:p>
        </p:txBody>
      </p:sp>
      <p:sp>
        <p:nvSpPr>
          <p:cNvPr id="18" name="Step Summarize"/>
          <p:cNvSpPr/>
          <p:nvPr/>
        </p:nvSpPr>
        <p:spPr>
          <a:xfrm>
            <a:off x="6766560" y="1188720"/>
            <a:ext cx="1920240" cy="246888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stats go back to the LLM, with its own prompt, to write a manager-ready summary.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CSV  →  Prompt file  →  Gemini API  →  Validate  →  Report (JSON, CSV, Markdown)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Prompt design and reliability</a:t>
            </a:r>
            <a:endParaRPr lang="en-US" sz="2600" dirty="0"/>
          </a:p>
        </p:txBody>
      </p:sp>
      <p:sp>
        <p:nvSpPr>
          <p:cNvPr id="3" name="Card Prompt file (prompts.yaml)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file (prompts.yaml)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Expert-analyst system prompt with strict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Exact JSON schema in the instructions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worked examples (few-shot)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Separate repair and summary prompts</a:t>
            </a:r>
            <a:endParaRPr lang="en-US" sz="1500" dirty="0"/>
          </a:p>
        </p:txBody>
      </p:sp>
      <p:sp>
        <p:nvSpPr>
          <p:cNvPr id="6" name="Card Engineering for reliability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for reliability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Validation of every field before 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Retries with exponential backoff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Rate limiting for the free API tier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failed review never crashes a batch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Live demo: Streamlit web app</a:t>
            </a:r>
            <a:endParaRPr lang="en-US" sz="2600" dirty="0"/>
          </a:p>
        </p:txBody>
      </p:sp>
      <p:pic>
        <p:nvPicPr>
          <p:cNvPr id="3" name="Image 0" descr="ReviewLens web UI analyzing a charger compla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51560"/>
            <a:ext cx="7315200" cy="34838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 charger complaint is classified Negative, rated 1/5, and flagged High urgency, with a suggested reply.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 on 10 sample reviews</a:t>
            </a:r>
            <a:endParaRPr lang="en-US" sz="2600" dirty="0"/>
          </a:p>
        </p:txBody>
      </p:sp>
      <p:pic>
        <p:nvPicPr>
          <p:cNvPr id="3" name="Image 0" descr="Generated report with executive summ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394960" cy="3291840"/>
          </a:xfrm>
          <a:prstGeom prst="rect">
            <a:avLst/>
          </a:prstGeom>
        </p:spPr>
      </p:pic>
      <p:sp>
        <p:nvSpPr>
          <p:cNvPr id="4" name="Stat 1"/>
          <p:cNvSpPr/>
          <p:nvPr/>
        </p:nvSpPr>
        <p:spPr>
          <a:xfrm>
            <a:off x="6126480" y="1097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reviews analyzed, 0 failed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6126480" y="2240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2350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urgency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overheating charger caught as #1 problem</a:t>
            </a:r>
            <a:endParaRPr lang="en-US" sz="1200" dirty="0"/>
          </a:p>
        </p:txBody>
      </p:sp>
      <p:sp>
        <p:nvSpPr>
          <p:cNvPr id="10" name="Stat 3"/>
          <p:cNvSpPr/>
          <p:nvPr/>
        </p:nvSpPr>
        <p:spPr>
          <a:xfrm>
            <a:off x="6126480" y="33832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493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2 · 4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positive, neutral, negative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Challenges and what I learned</a:t>
            </a:r>
            <a:endParaRPr lang="en-US" sz="2600" dirty="0"/>
          </a:p>
        </p:txBody>
      </p:sp>
      <p:sp>
        <p:nvSpPr>
          <p:cNvPr id="3" name="Card Rate limits"/>
          <p:cNvSpPr/>
          <p:nvPr/>
        </p:nvSpPr>
        <p:spPr>
          <a:xfrm>
            <a:off x="457200" y="118872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Problem: Free tier allows 5 calls per minute.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Fix: Built client-side throttling and disabled hidden SDK retries.</a:t>
            </a:r>
            <a:endParaRPr lang="en-US" sz="1300" dirty="0"/>
          </a:p>
        </p:txBody>
      </p:sp>
      <p:sp>
        <p:nvSpPr>
          <p:cNvPr id="7" name="Card Conflicting prompts"/>
          <p:cNvSpPr/>
          <p:nvPr/>
        </p:nvSpPr>
        <p:spPr>
          <a:xfrm>
            <a:off x="3291840" y="118872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Conflicting prompts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Problem: A JSON-only system prompt broke the text summary.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Fix: Gave the summary its own system prompt.</a:t>
            </a:r>
            <a:endParaRPr lang="en-US" sz="1300" dirty="0"/>
          </a:p>
        </p:txBody>
      </p:sp>
      <p:sp>
        <p:nvSpPr>
          <p:cNvPr id="11" name="Card Secret safety"/>
          <p:cNvSpPr/>
          <p:nvPr/>
        </p:nvSpPr>
        <p:spPr>
          <a:xfrm>
            <a:off x="6126480" y="1188720"/>
            <a:ext cx="2560320" cy="283464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safety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Problem: API keys must never reach a public repo.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Fix: Key lives in .env, which is gitignored.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Next: multi-language reviews, sentiment trends over time, deployment.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Lens">
  <a:themeElements>
    <a:clrScheme name="ReviewLens">
      <a:dk1>
        <a:srgbClr val="1E293B"/>
      </a:dk1>
      <a:lt1>
        <a:srgbClr val="FFFFFF"/>
      </a:lt1>
      <a:dk2>
        <a:srgbClr val="0F172A"/>
      </a:dk2>
      <a:lt2>
        <a:srgbClr val="F1F5F9"/>
      </a:lt2>
      <a:accent1>
        <a:srgbClr val="0D9488"/>
      </a:accent1>
      <a:accent2>
        <a:srgbClr val="F59E0B"/>
      </a:accent2>
      <a:accent3>
        <a:srgbClr val="0EA5E9"/>
      </a:accent3>
      <a:accent4>
        <a:srgbClr val="EF4444"/>
      </a:accent4>
      <a:accent5>
        <a:srgbClr val="8B5CF6"/>
      </a:accent5>
      <a:accent6>
        <a:srgbClr val="64748B"/>
      </a:accent6>
      <a:hlink>
        <a:srgbClr val="0D9488"/>
      </a:hlink>
      <a:folHlink>
        <a:srgbClr val="64748B"/>
      </a:folHlink>
    </a:clrScheme>
    <a:fontScheme name="ReviewLen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ReviewLens</vt:lpstr>
      <vt:lpstr>PowerPoint Presentation</vt:lpstr>
      <vt:lpstr>Reviews are valuable, but nobody can read thousands of them</vt:lpstr>
      <vt:lpstr>How the LLM is used</vt:lpstr>
      <vt:lpstr>Prompt design and reliability</vt:lpstr>
      <vt:lpstr>Live demo: Streamlit web app</vt:lpstr>
      <vt:lpstr>Results on 10 sample reviews</vt:lpstr>
      <vt:lpstr>Challenges and what I learned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ReviewLens</dc:title>
  <dc:subject>PptxGenJS Presentation</dc:subject>
  <dc:creator>Soumil Ahuja</dc:creator>
  <cp:lastModifiedBy>Soumil Ahuja</cp:lastModifiedBy>
  <cp:revision>2</cp:revision>
  <dcterms:created xsi:type="dcterms:W3CDTF">2026-10-06T17:23:24Z</dcterms:created>
  <dcterms:modified xsi:type="dcterms:W3CDTF">2026-10-06T17:24:49Z</dcterms:modified>
</cp:coreProperties>
</file>